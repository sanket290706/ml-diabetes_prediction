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63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3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38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7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5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8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8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7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6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116" y="1880394"/>
            <a:ext cx="7772400" cy="378594"/>
          </a:xfrm>
        </p:spPr>
        <p:txBody>
          <a:bodyPr>
            <a:noAutofit/>
          </a:bodyPr>
          <a:lstStyle/>
          <a:p>
            <a:r>
              <a:rPr sz="6000" dirty="0"/>
              <a:t>Diabetes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4256"/>
            <a:ext cx="6400800" cy="2920181"/>
          </a:xfrm>
        </p:spPr>
        <p:txBody>
          <a:bodyPr>
            <a:normAutofit/>
          </a:bodyPr>
          <a:lstStyle/>
          <a:p>
            <a:pPr algn="just"/>
            <a:r>
              <a:rPr dirty="0"/>
              <a:t>Name: Sanket Ghodke</a:t>
            </a:r>
          </a:p>
          <a:p>
            <a:pPr algn="just"/>
            <a:r>
              <a:rPr dirty="0"/>
              <a:t>Branch: Electronics Engineering</a:t>
            </a:r>
          </a:p>
          <a:p>
            <a:pPr algn="just"/>
            <a:r>
              <a:rPr dirty="0"/>
              <a:t>College: KJ College of Engineering Management and Research, Pune</a:t>
            </a:r>
          </a:p>
          <a:p>
            <a:pPr algn="just"/>
            <a:r>
              <a:rPr dirty="0"/>
              <a:t>Subject: Artificial Intelligence</a:t>
            </a:r>
          </a:p>
          <a:p>
            <a:pPr algn="just"/>
            <a:r>
              <a:rPr dirty="0"/>
              <a:t>Date: 19 February 2026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06575C-5953-7A50-6685-25B535CC613C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462116" y="2069691"/>
            <a:ext cx="777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BE1C92-AA56-0CDF-7074-7DC133BC9910}"/>
              </a:ext>
            </a:extLst>
          </p:cNvPr>
          <p:cNvCxnSpPr/>
          <p:nvPr/>
        </p:nvCxnSpPr>
        <p:spPr>
          <a:xfrm>
            <a:off x="462116" y="1288026"/>
            <a:ext cx="777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D1C937-8738-49BA-A0B3-D1C32B0A7E1D}"/>
              </a:ext>
            </a:extLst>
          </p:cNvPr>
          <p:cNvCxnSpPr/>
          <p:nvPr/>
        </p:nvCxnSpPr>
        <p:spPr>
          <a:xfrm>
            <a:off x="1371600" y="3352800"/>
            <a:ext cx="36526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AFACFB-3FE3-233E-679D-73CF7D993A34}"/>
              </a:ext>
            </a:extLst>
          </p:cNvPr>
          <p:cNvCxnSpPr/>
          <p:nvPr/>
        </p:nvCxnSpPr>
        <p:spPr>
          <a:xfrm>
            <a:off x="1371600" y="3854245"/>
            <a:ext cx="56781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1B30A-FA59-DB5F-2ABF-12F509D35C07}"/>
              </a:ext>
            </a:extLst>
          </p:cNvPr>
          <p:cNvSpPr/>
          <p:nvPr/>
        </p:nvSpPr>
        <p:spPr>
          <a:xfrm>
            <a:off x="806245" y="4090219"/>
            <a:ext cx="565355" cy="5899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574F28-1926-C01C-9DB8-06F3A5BBADAB}"/>
              </a:ext>
            </a:extLst>
          </p:cNvPr>
          <p:cNvCxnSpPr/>
          <p:nvPr/>
        </p:nvCxnSpPr>
        <p:spPr>
          <a:xfrm>
            <a:off x="1371600" y="5171767"/>
            <a:ext cx="53782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D47C98-EFC0-ACD5-3819-F50856D8236B}"/>
              </a:ext>
            </a:extLst>
          </p:cNvPr>
          <p:cNvCxnSpPr/>
          <p:nvPr/>
        </p:nvCxnSpPr>
        <p:spPr>
          <a:xfrm>
            <a:off x="1455174" y="5673213"/>
            <a:ext cx="3746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86604"/>
            <a:ext cx="7543800" cy="1450757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Diabetes is a chronic disease affecting blood sugar levels.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Early prediction helps prevent complications.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Machine Learning helps predict diseases using data.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This project uses ML to predict diabetes.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2400" dirty="0"/>
              <a:t>Manual diagnosis takes time and effort.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2400" dirty="0"/>
              <a:t>Early detection is important.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2400" dirty="0"/>
              <a:t>Need automated system for prediction.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sz="2400" dirty="0"/>
              <a:t>Goal is to predict diabetes using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400" dirty="0"/>
              <a:t>Predict diabetes using ML.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400" dirty="0"/>
              <a:t>Use Support Vector Machine algorithm.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400" dirty="0"/>
              <a:t>Analyze medical dataset.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400" dirty="0"/>
              <a:t>Achieve good prediction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Dataset: PIMA Diabetes Dataset.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Total records: 768.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Features include Glucose, BMI, Age, Insulin.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Output: 0 (No Diabetes), 1 (Diabetes).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10000"/>
              </a:lnSpc>
              <a:buFont typeface="Courier New" panose="02070309020205020404" pitchFamily="49" charset="0"/>
              <a:buChar char="o"/>
            </a:pPr>
            <a:r>
              <a:rPr sz="2400" dirty="0"/>
              <a:t>Data Collection.</a:t>
            </a:r>
          </a:p>
          <a:p>
            <a:pPr>
              <a:lnSpc>
                <a:spcPct val="210000"/>
              </a:lnSpc>
              <a:buFont typeface="Courier New" panose="02070309020205020404" pitchFamily="49" charset="0"/>
              <a:buChar char="o"/>
            </a:pPr>
            <a:r>
              <a:rPr sz="2400" dirty="0"/>
              <a:t>Data Preprocessing.</a:t>
            </a:r>
          </a:p>
          <a:p>
            <a:pPr>
              <a:lnSpc>
                <a:spcPct val="210000"/>
              </a:lnSpc>
              <a:buFont typeface="Courier New" panose="02070309020205020404" pitchFamily="49" charset="0"/>
              <a:buChar char="o"/>
            </a:pPr>
            <a:r>
              <a:rPr sz="2400" dirty="0"/>
              <a:t>Train-Test Split.</a:t>
            </a:r>
          </a:p>
          <a:p>
            <a:pPr>
              <a:lnSpc>
                <a:spcPct val="210000"/>
              </a:lnSpc>
              <a:buFont typeface="Courier New" panose="02070309020205020404" pitchFamily="49" charset="0"/>
              <a:buChar char="o"/>
            </a:pPr>
            <a:r>
              <a:rPr sz="2400" dirty="0"/>
              <a:t>Model Training using SVM.</a:t>
            </a:r>
          </a:p>
          <a:p>
            <a:pPr>
              <a:lnSpc>
                <a:spcPct val="210000"/>
              </a:lnSpc>
              <a:buFont typeface="Courier New" panose="02070309020205020404" pitchFamily="49" charset="0"/>
              <a:buChar char="o"/>
            </a:pPr>
            <a:r>
              <a:rPr sz="2400" dirty="0"/>
              <a:t>Prediction and Accuracy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Used: Support Vector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sz="2400" dirty="0"/>
              <a:t>Supervised learning algorithm.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sz="2400" dirty="0"/>
              <a:t>Used for classification problems.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sz="2400" dirty="0"/>
              <a:t>Separates data into classes.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sz="2400" dirty="0"/>
              <a:t>Provides high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Model trained successfully.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Accuracy achieved is good.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Confusion matrix used for evaluation.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sz="2400" dirty="0"/>
              <a:t>Model predicts diabetes effectively.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Healthcare prediction systems.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Hospital decision support.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Medical research.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dirty="0"/>
              <a:t>Early disease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dirty="0"/>
              <a:t>ML can predict diabetes effectively.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dirty="0"/>
              <a:t>SVM provides good accuracy.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dirty="0"/>
              <a:t>Useful in healthcare systems.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dirty="0"/>
              <a:t>Future scope: Deep learning and web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</TotalTime>
  <Words>256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Courier New</vt:lpstr>
      <vt:lpstr>Wingdings</vt:lpstr>
      <vt:lpstr>Retrospect</vt:lpstr>
      <vt:lpstr>Diabetes Prediction using Machine Learning</vt:lpstr>
      <vt:lpstr>Introduction</vt:lpstr>
      <vt:lpstr>Problem Statement</vt:lpstr>
      <vt:lpstr>Objectives</vt:lpstr>
      <vt:lpstr>Dataset Description</vt:lpstr>
      <vt:lpstr>Methodology</vt:lpstr>
      <vt:lpstr>Algorithm Used: Support Vector Machine</vt:lpstr>
      <vt:lpstr>Results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SANKET GHODAKE</cp:lastModifiedBy>
  <cp:revision>2</cp:revision>
  <dcterms:created xsi:type="dcterms:W3CDTF">2013-01-27T09:14:16Z</dcterms:created>
  <dcterms:modified xsi:type="dcterms:W3CDTF">2026-02-20T06:52:31Z</dcterms:modified>
  <cp:category/>
</cp:coreProperties>
</file>